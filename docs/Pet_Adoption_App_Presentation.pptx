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53336"/>
                </a:solidFill>
                <a:latin typeface="Aptos"/>
              </a:rPr>
              <a:t>Pet Adoption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F7479"/>
                </a:solidFill>
                <a:latin typeface="Aptos"/>
              </a:rPr>
              <a:t>Mobile marketplace for pet adoption, owner communication, favorites, and real-time adoption requests.</a:t>
            </a:r>
          </a:p>
        </p:txBody>
      </p:sp>
      <p:pic>
        <p:nvPicPr>
          <p:cNvPr id="6" name="Picture 5" descr="Phot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960120"/>
            <a:ext cx="2377440" cy="1691920"/>
          </a:xfrm>
          <a:prstGeom prst="rect">
            <a:avLst/>
          </a:prstGeom>
        </p:spPr>
      </p:pic>
      <p:pic>
        <p:nvPicPr>
          <p:cNvPr id="7" name="Picture 6" descr="Photo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2377440"/>
            <a:ext cx="2377440" cy="1702364"/>
          </a:xfrm>
          <a:prstGeom prst="rect">
            <a:avLst/>
          </a:prstGeom>
        </p:spPr>
      </p:pic>
      <p:pic>
        <p:nvPicPr>
          <p:cNvPr id="8" name="Picture 7" descr="Photo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3794760"/>
            <a:ext cx="2377440" cy="169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" y="2788920"/>
            <a:ext cx="4983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7180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3336"/>
                </a:solidFill>
                <a:latin typeface="Aptos"/>
              </a:rPr>
              <a:t>React Native · Expo · TypeScript · Firebase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01568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Portfolio-ready mobile project analysis and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Application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A high-level view of the product idea and value for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53336"/>
                </a:solidFill>
                <a:latin typeface="Aptos"/>
              </a:rPr>
              <a:t>Mobile pet adoption marketplace enabling users to list animals, browse nearby pets, favorite listings, and chat with owners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783080"/>
            <a:ext cx="2286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11112" y="1965960"/>
            <a:ext cx="91440" cy="868680"/>
          </a:xfrm>
          <a:prstGeom prst="roundRect">
            <a:avLst/>
          </a:prstGeom>
          <a:solidFill>
            <a:srgbClr val="EA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9659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🐾  For adopters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23500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Browse cats and dogs, save favorites, request adoption, and chat with owners.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783080"/>
            <a:ext cx="2286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71432" y="1965960"/>
            <a:ext cx="91440" cy="868680"/>
          </a:xfrm>
          <a:prstGeom prst="roundRect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54312" y="19659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👤  For owners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4312" y="23500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Publish pet listings, manage own animals, receive requests, and communicate quickly.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337560"/>
            <a:ext cx="2286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11112" y="3520440"/>
            <a:ext cx="91440" cy="868680"/>
          </a:xfrm>
          <a:prstGeom prst="roundRect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35204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🏠  For shelters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3904487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Can be extended into a lightweight listing and communication channel.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337560"/>
            <a:ext cx="2286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71432" y="3520440"/>
            <a:ext cx="91440" cy="868680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35204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🚀  Business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3904487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Combines discovery, media posts, messaging, and adoption status in one app.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Main functionality currently implemented in the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965960"/>
            <a:ext cx="91440" cy="960119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🔐 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500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Register, login, session state, and sign out through Firebase Auth.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83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45151" y="1965960"/>
            <a:ext cx="91440" cy="960119"/>
          </a:xfrm>
          <a:prstGeom prst="roundRect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1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🗂  Listings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23500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Browse animals, filter categories, open detailed profiles, and use paginated loading.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83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94192" y="1965960"/>
            <a:ext cx="91440" cy="960119"/>
          </a:xfrm>
          <a:prstGeom prst="roundRect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📸  Add 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3500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Create pet listings with images, breed, age, weight, vaccine status, and description.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794760"/>
            <a:ext cx="91440" cy="960119"/>
          </a:xfrm>
          <a:prstGeom prst="roundRect">
            <a:avLst/>
          </a:prstGeom>
          <a:solidFill>
            <a:srgbClr val="EA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⭐  Favorites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1788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Save animals to a personal favorites list and remove them when needed.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45151" y="3794760"/>
            <a:ext cx="91440" cy="960119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1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💬 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1" y="41788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Real-time messaging with Firestore subscriptions and GiftedChat UI.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94192" y="3794760"/>
            <a:ext cx="91440" cy="960119"/>
          </a:xfrm>
          <a:prstGeom prst="roundRect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7072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🔔 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41788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Adoption request, confirmation, rejection, and read/unread flows.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Frameworks, libraries, cloud services, and tooling detected in the source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2918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1965960"/>
            <a:ext cx="91440" cy="3108960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96596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📱 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350008"/>
            <a:ext cx="2788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479"/>
                </a:solidFill>
                <a:latin typeface="Aptos"/>
              </a:rPr>
              <a:t>React Native 0.71
Expo 48
React 18
TypeScript
OpenSans custom fonts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2918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1" y="1965960"/>
            <a:ext cx="91440" cy="3108960"/>
          </a:xfrm>
          <a:prstGeom prst="roundRect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96596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☁️  Cloud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350008"/>
            <a:ext cx="2788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479"/>
                </a:solidFill>
                <a:latin typeface="Aptos"/>
              </a:rPr>
              <a:t>Firebase Auth
Cloud Firestore
Firebase Storage
Serverless architecture
Environment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83080"/>
            <a:ext cx="32918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7031" y="1965960"/>
            <a:ext cx="91440" cy="3108960"/>
          </a:xfrm>
          <a:prstGeom prst="roundRect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96596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🏗️  App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350008"/>
            <a:ext cx="2788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479"/>
                </a:solidFill>
                <a:latin typeface="Aptos"/>
              </a:rPr>
              <a:t>React Navigation
Redux Toolkit
Service layer
Reusable UI components
Typed interfaces and 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The app is organized around screens, services, typed hooks, Redux, and Firebase.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591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3336"/>
                </a:solidFill>
                <a:latin typeface="Aptos"/>
              </a:rPr>
              <a:t>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706624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6F7479"/>
                </a:solidFill>
                <a:latin typeface="Aptos"/>
              </a:rPr>
              <a:t>Home, Profile, Chat, Add Post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578608"/>
            <a:ext cx="685800" cy="347472"/>
          </a:xfrm>
          <a:prstGeom prst="rightArrow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194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3591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3336"/>
                </a:solidFill>
                <a:latin typeface="Aptos"/>
              </a:rPr>
              <a:t>UI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706624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6F7479"/>
                </a:solidFill>
                <a:latin typeface="Aptos"/>
              </a:rPr>
              <a:t>Cards, forms, sliders, modals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54879" y="2578608"/>
            <a:ext cx="685800" cy="347472"/>
          </a:xfrm>
          <a:prstGeom prst="rightArrow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4920" y="2194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3591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3336"/>
                </a:solidFill>
                <a:latin typeface="Aptos"/>
              </a:rPr>
              <a:t>Hooks + Redux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706624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6F7479"/>
                </a:solidFill>
                <a:latin typeface="Aptos"/>
              </a:rPr>
              <a:t>Auth/session, validation, location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49440" y="2578608"/>
            <a:ext cx="685800" cy="347472"/>
          </a:xfrm>
          <a:prstGeom prst="rightArrow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2194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3591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3336"/>
                </a:solidFill>
                <a:latin typeface="Aptos"/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2706624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6F7479"/>
                </a:solidFill>
                <a:latin typeface="Aptos"/>
              </a:rPr>
              <a:t>Auth, User, Chat, Animal, Image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44000" y="2578608"/>
            <a:ext cx="685800" cy="347472"/>
          </a:xfrm>
          <a:prstGeom prst="rightArrow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64040" y="2194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3591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3336"/>
                </a:solidFill>
                <a:latin typeface="Aptos"/>
              </a:rPr>
              <a:t>Firebase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0344" y="2706624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6F7479"/>
                </a:solidFill>
                <a:latin typeface="Aptos"/>
              </a:rPr>
              <a:t>Auth, Firestore,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6052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" y="4343400"/>
            <a:ext cx="91440" cy="868680"/>
          </a:xfrm>
          <a:prstGeom prst="roundRect">
            <a:avLst/>
          </a:prstGeom>
          <a:solidFill>
            <a:srgbClr val="EA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4343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📁  Folder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7274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`app/components`, `hooks`, `services`, `navigation`, `store`, `interfaces`, `helper`, and `data`.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4160520"/>
            <a:ext cx="3429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90872" y="4343400"/>
            <a:ext cx="91440" cy="868680"/>
          </a:xfrm>
          <a:prstGeom prst="roundRect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3752" y="4343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🧩  Code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47274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Screens use hooks and services instead of directly mixing all Firebase logic into the UI.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4160520"/>
            <a:ext cx="29260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39912" y="4343400"/>
            <a:ext cx="91440" cy="868680"/>
          </a:xfrm>
          <a:prstGeom prst="roundRect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43434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⚡  State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4727448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Session state lives in Redux, while remote data is handled through Firestore.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Firebase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Main cloud collections and responsibilities inferred from the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475488" cy="475488"/>
          </a:xfrm>
          <a:prstGeom prst="ellipse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19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3055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Profile data, avatar, location, chat IDs, favorites, notifications, own animals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828800"/>
            <a:ext cx="475488" cy="475488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196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animals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13055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Animal listings, owner data, photos, metadata, adoption status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063240"/>
            <a:ext cx="475488" cy="475488"/>
          </a:xfrm>
          <a:prstGeom prst="ellipse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5409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chats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6499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Participants and chat metadata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3063240"/>
            <a:ext cx="475488" cy="475488"/>
          </a:xfrm>
          <a:prstGeom prst="ellipse">
            <a:avLst/>
          </a:prstGeom>
          <a:solidFill>
            <a:srgbClr val="EA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05409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36499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Subcollection-style real-time chat messages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297680"/>
            <a:ext cx="475488" cy="475488"/>
          </a:xfrm>
          <a:prstGeom prst="ellipse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885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94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Animal images and user avatar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63440"/>
            <a:ext cx="47548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5392" y="4846320"/>
            <a:ext cx="91440" cy="502919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484632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⚠️  Important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5230368"/>
            <a:ext cx="425196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For production, Firestore rules, indexes, and normalized data structures should be added before release.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What Has Been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Completed development work visible from the current codebase.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53336"/>
                </a:solidFill>
                <a:latin typeface="Aptos"/>
              </a:defRPr>
            </a:pPr>
            <a:r>
              <a:t>Expo + TypeScript setup with path aliases and Metro SVG support</a:t>
            </a:r>
          </a:p>
          <a:p>
            <a:pPr>
              <a:spcAft>
                <a:spcPts val="800"/>
              </a:spcAft>
              <a:defRPr sz="1520">
                <a:solidFill>
                  <a:srgbClr val="253336"/>
                </a:solidFill>
                <a:latin typeface="Aptos"/>
              </a:defRPr>
            </a:pPr>
            <a:r>
              <a:t>Authentication flow with Firebase Auth and Redux Toolkit state</a:t>
            </a:r>
          </a:p>
          <a:p>
            <a:pPr>
              <a:spcAft>
                <a:spcPts val="800"/>
              </a:spcAft>
              <a:defRPr sz="1520">
                <a:solidFill>
                  <a:srgbClr val="253336"/>
                </a:solidFill>
                <a:latin typeface="Aptos"/>
              </a:defRPr>
            </a:pPr>
            <a:r>
              <a:t>Bottom tab navigation with nested stacks for key user flows</a:t>
            </a:r>
          </a:p>
          <a:p>
            <a:pPr>
              <a:spcAft>
                <a:spcPts val="800"/>
              </a:spcAft>
              <a:defRPr sz="1520">
                <a:solidFill>
                  <a:srgbClr val="253336"/>
                </a:solidFill>
                <a:latin typeface="Aptos"/>
              </a:defRPr>
            </a:pPr>
            <a:r>
              <a:t>Animal gallery, category filtering, profiles, favorites, and own-pet gallery</a:t>
            </a:r>
          </a:p>
          <a:p>
            <a:pPr>
              <a:spcAft>
                <a:spcPts val="800"/>
              </a:spcAft>
              <a:defRPr sz="1520">
                <a:solidFill>
                  <a:srgbClr val="253336"/>
                </a:solidFill>
                <a:latin typeface="Aptos"/>
              </a:defRPr>
            </a:pPr>
            <a:r>
              <a:t>Add-post workflow with validation, image compression, Storage upload, and Firestore writes</a:t>
            </a:r>
          </a:p>
          <a:p>
            <a:pPr>
              <a:spcAft>
                <a:spcPts val="800"/>
              </a:spcAft>
              <a:defRPr sz="1520">
                <a:solidFill>
                  <a:srgbClr val="253336"/>
                </a:solidFill>
                <a:latin typeface="Aptos"/>
              </a:defRPr>
            </a:pPr>
            <a:r>
              <a:t>Real-time chat with GiftedChat and Firestore message subscriptions</a:t>
            </a:r>
          </a:p>
          <a:p>
            <a:pPr>
              <a:spcAft>
                <a:spcPts val="800"/>
              </a:spcAft>
              <a:defRPr sz="1520">
                <a:solidFill>
                  <a:srgbClr val="253336"/>
                </a:solidFill>
                <a:latin typeface="Aptos"/>
              </a:defRPr>
            </a:pPr>
            <a:r>
              <a:t>Adoption request and notification flows with read/accept/reject logic</a:t>
            </a:r>
          </a:p>
          <a:p>
            <a:pPr>
              <a:spcAft>
                <a:spcPts val="800"/>
              </a:spcAft>
              <a:defRPr sz="1520">
                <a:solidFill>
                  <a:srgbClr val="253336"/>
                </a:solidFill>
                <a:latin typeface="Aptos"/>
              </a:defRPr>
            </a:pPr>
            <a:r>
              <a:t>Reusable UI components: cards, modals, forms, sliders, skeletons, spinners, buttons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What Needs To Be Improved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Recommended next steps before a production release or portfolio showcase.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1874520"/>
            <a:ext cx="91440" cy="685799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874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258568"/>
            <a:ext cx="4480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6F7479"/>
                </a:solidFill>
                <a:latin typeface="Aptos"/>
              </a:rPr>
              <a:t>Replace default Expo name, icon, and splash assets with final product branding.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69164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9671" y="1874520"/>
            <a:ext cx="91440" cy="685799"/>
          </a:xfrm>
          <a:prstGeom prst="roundRect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1" y="1874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Profile editing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1" y="2258568"/>
            <a:ext cx="4480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6F7479"/>
                </a:solidFill>
                <a:latin typeface="Aptos"/>
              </a:rPr>
              <a:t>Finish the empty edit-profile handler and add validation for profile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040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1832" y="3383280"/>
            <a:ext cx="91440" cy="685799"/>
          </a:xfrm>
          <a:prstGeom prst="roundRect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383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767328"/>
            <a:ext cx="4480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6F7479"/>
                </a:solidFill>
                <a:latin typeface="Aptos"/>
              </a:rPr>
              <a:t>Add Firestore/Storage rules, indexes, and data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20040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9671" y="3383280"/>
            <a:ext cx="91440" cy="685799"/>
          </a:xfrm>
          <a:prstGeom prst="roundRect">
            <a:avLst/>
          </a:prstGeom>
          <a:solidFill>
            <a:srgbClr val="EA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1" y="3383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Data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1" y="3767328"/>
            <a:ext cx="4480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6F7479"/>
                </a:solidFill>
                <a:latin typeface="Aptos"/>
              </a:rPr>
              <a:t>Normalize arrays for notifications, favorites, chats, and own animals.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0916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" y="4892040"/>
            <a:ext cx="91440" cy="685799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4892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Code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5276088"/>
            <a:ext cx="4480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6F7479"/>
                </a:solidFill>
                <a:latin typeface="Aptos"/>
              </a:rPr>
              <a:t>Reduce `any`, remove console logs, centralize errors, and add tests.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470916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19671" y="4892040"/>
            <a:ext cx="91440" cy="685799"/>
          </a:xfrm>
          <a:prstGeom prst="roundRect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1" y="4892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1" y="5276088"/>
            <a:ext cx="44805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6F7479"/>
                </a:solidFill>
                <a:latin typeface="Aptos"/>
              </a:rPr>
              <a:t>Add EAS Build config, release channels, and CI/CD documentation.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Suggested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A practical sequence for turning the MVP into a stronger production-ready 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91640"/>
            <a:ext cx="475488" cy="475488"/>
          </a:xfrm>
          <a:prstGeom prst="ellipse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8249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Stabilize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9339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Fix branding, edit profile, error states, and form validation.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560320"/>
            <a:ext cx="475488" cy="475488"/>
          </a:xfrm>
          <a:prstGeom prst="ellipse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5117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Secure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6207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Add Firebase rules, indexes, and stricter data ownership checks.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429000"/>
            <a:ext cx="475488" cy="475488"/>
          </a:xfrm>
          <a:prstGeom prst="ellipse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198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Refactor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3075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Normalize Firestore structures and strengthen TypeScript types.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97679"/>
            <a:ext cx="475488" cy="475488"/>
          </a:xfrm>
          <a:prstGeom prst="ellipse">
            <a:avLst/>
          </a:prstGeom>
          <a:solidFill>
            <a:srgbClr val="EA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885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99431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Add unit tests for hooks/services and manual QA checklists for flows.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166360"/>
            <a:ext cx="475488" cy="475488"/>
          </a:xfrm>
          <a:prstGeom prst="ellipse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5721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6811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7479"/>
                </a:solidFill>
                <a:latin typeface="Aptos"/>
              </a:rPr>
              <a:t>Configure EAS Build, app signing, environment profiles, and release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600200"/>
            <a:ext cx="2834640" cy="4343400"/>
          </a:xfrm>
          <a:prstGeom prst="roundRect">
            <a:avLst/>
          </a:prstGeom>
          <a:solidFill>
            <a:srgbClr val="253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9560" y="1874519"/>
            <a:ext cx="2468880" cy="37490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ot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2057400"/>
            <a:ext cx="2148840" cy="15292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92440" y="3840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3336"/>
                </a:solidFill>
                <a:latin typeface="Aptos"/>
              </a:rPr>
              <a:t>Adopt faster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25196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F7479"/>
                </a:solidFill>
                <a:latin typeface="Aptos"/>
              </a:rPr>
              <a:t>Better profiles, safer data, clearer UX, and production deployment.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53336"/>
                </a:solidFill>
                <a:latin typeface="Aptos"/>
              </a:rPr>
              <a:t>Learning &amp; Development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6F7479"/>
                </a:solidFill>
                <a:latin typeface="Aptos"/>
              </a:rPr>
              <a:t>Likely goals the author practiced while building this project.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44752"/>
            <a:ext cx="1234440" cy="73152"/>
          </a:xfrm>
          <a:prstGeom prst="roundRect">
            <a:avLst/>
          </a:prstGeom>
          <a:solidFill>
            <a:srgbClr val="F29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Master Expo-managed React Native with TypeScript and clean imports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Build typed multi-level navigation with tabs and stacks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Practice serverless Firebase Auth, Firestore, and Storage integration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Separate Firebase logic into a reusable service layer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Implement media CRUD with image picking, compression, upload, and metadata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Create real-time chat with Firestore subscriptions and GiftedChat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Use Redux Toolkit and typed hooks for auth/session state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Improve UX through skeleton loaders, validation, modals, and empty states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Integrate device capabilities such as gallery access and location permissions</a:t>
            </a:r>
          </a:p>
          <a:p>
            <a:pPr>
              <a:spcAft>
                <a:spcPts val="800"/>
              </a:spcAft>
              <a:defRPr sz="1450">
                <a:solidFill>
                  <a:srgbClr val="253336"/>
                </a:solidFill>
                <a:latin typeface="Aptos"/>
              </a:defRPr>
            </a:pPr>
            <a:r>
              <a:t>Prepare a scalable feature-based structure for future production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28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479"/>
                </a:solidFill>
                <a:latin typeface="Aptos"/>
              </a:rPr>
              <a:t>Pet Adoption App · React Native + Firebase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282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F7479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5486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5E5E5"/>
                </a:solidFill>
                <a:latin typeface="Aptos"/>
              </a:rPr>
              <a:t>A strong mobile MVP for pet adoption with authentication, listings, image uploads, favorites, real-time chat, notifications, and location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108960"/>
            <a:ext cx="29260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1" y="3291840"/>
            <a:ext cx="91440" cy="960119"/>
          </a:xfrm>
          <a:prstGeom prst="roundRect">
            <a:avLst/>
          </a:prstGeom>
          <a:solidFill>
            <a:srgbClr val="EA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32918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✅  Strong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3675887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Good feature coverage for a portfolio-level React Native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108960"/>
            <a:ext cx="29260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5112" y="3291840"/>
            <a:ext cx="91440" cy="960119"/>
          </a:xfrm>
          <a:prstGeom prst="roundRect">
            <a:avLst/>
          </a:prstGeom>
          <a:solidFill>
            <a:srgbClr val="FFC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32918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🎯  Clear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3675887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Security, testing, refactoring, branding, and deployment are the main priorities.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108960"/>
            <a:ext cx="29260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16952" y="3291840"/>
            <a:ext cx="91440" cy="960119"/>
          </a:xfrm>
          <a:prstGeom prst="roundRect">
            <a:avLst/>
          </a:prstGeom>
          <a:solidFill>
            <a:srgbClr val="E2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2" y="32918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3336"/>
                </a:solidFill>
                <a:latin typeface="Aptos"/>
              </a:rPr>
              <a:t>🚀  Business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2" y="3675887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479"/>
                </a:solidFill>
                <a:latin typeface="Aptos"/>
              </a:rPr>
              <a:t>Can evolve into a local adoption platform or shelter management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080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CDCDC"/>
                </a:solidFill>
                <a:latin typeface="Aptos"/>
              </a:rPr>
              <a:t>Pet Adoption App · README and Presentation generated from source-code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